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Environment and Course Management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202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C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DBMS Mini Project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C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Thirukalai 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Anusuya 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Kamaleshwari 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Rajeswari 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Sivabharathi 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0" y="2651760"/>
            <a:ext cx="3383280" cy="1554480"/>
          </a:xfrm>
          <a:prstGeom prst="roundRect">
            <a:avLst>
              <a:gd name="adj" fmla="val 7059"/>
            </a:avLst>
          </a:prstGeom>
          <a:solidFill>
            <a:srgbClr val="1C3F66"/>
          </a:solidFill>
          <a:ln w="12700">
            <a:solidFill>
              <a:srgbClr val="1C3F6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3949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T. Sundaravadivel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394960" y="3657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records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5146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Student, course and room details live in separate registers and sheets.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&amp; errors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5146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is entered many times, so search and updates go wrong.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1371600"/>
            <a:ext cx="2560320" cy="2651760"/>
          </a:xfrm>
          <a:prstGeom prst="roundRect">
            <a:avLst>
              <a:gd name="adj" fmla="val 4286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63640" y="155448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feedback loop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2514600"/>
            <a:ext cx="21031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cannot rate classrooms, labs or library facilities.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records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student, course and enrollment data in one database.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92040" y="1554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facilities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9659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with capacity, projector and Wi-Fi details.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718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feedback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student ratings for the learning environment.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2971800"/>
            <a:ext cx="3931920" cy="1417320"/>
          </a:xfrm>
          <a:prstGeom prst="roundRect">
            <a:avLst>
              <a:gd name="adj" fmla="val 7742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92040" y="3154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reports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892040" y="356616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answers with SQL queries and a simple dashboard.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Modules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6916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88036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and manage student profiles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148840" y="146304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06040" y="16916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060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24028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258568" y="288036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and instructors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749040" y="146304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06240" y="16916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2062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84048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858768" y="288036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 students, grades, attendance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349240" y="146304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16916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8064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44068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458968" y="288036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 and feedback ratings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1463040"/>
            <a:ext cx="1463040" cy="2651760"/>
          </a:xfrm>
          <a:prstGeom prst="roundRect">
            <a:avLst>
              <a:gd name="adj" fmla="val 75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06640" y="1691640"/>
            <a:ext cx="548640" cy="5486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2468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059168" y="2880360"/>
            <a:ext cx="1243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SQL queries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(8 Tables)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63040" y="2194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342900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468880" y="3017520"/>
            <a:ext cx="10972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0" y="3017520"/>
            <a:ext cx="10972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0" y="342900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219456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3429000"/>
            <a:ext cx="0" cy="41148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716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dept_id, dept_name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137160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675120" y="14630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76656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instructor_id, name, dept_id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name, email, year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566160" y="2606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6616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365760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E8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course_id, grade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75120" y="260604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0" y="26974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766560" y="3017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title, credits, room_id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env_feedback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student_id, room_id, rating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56616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36576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enroll_id, date, present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675120" y="3840480"/>
            <a:ext cx="2011680" cy="822960"/>
          </a:xfrm>
          <a:prstGeom prst="roundRect">
            <a:avLst>
              <a:gd name="adj" fmla="val 13333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675120" y="39319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76656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type, capacity, wifi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3566160" y="15087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keys, foreign keys and CHECK constraints keep data valid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SQL Query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937760" cy="2926080"/>
          </a:xfrm>
          <a:prstGeom prst="roundRect">
            <a:avLst>
              <a:gd name="adj" fmla="val 3750"/>
            </a:avLst>
          </a:prstGeom>
          <a:solidFill>
            <a:srgbClr val="0F2A47"/>
          </a:solidFill>
          <a:ln w="12700">
            <a:solidFill>
              <a:srgbClr val="0F2A4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00200"/>
            <a:ext cx="4480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C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r.room_name,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ROUND(AVG(f.rating),2) AS avg_rating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rooms 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env_feedback f USING (room_id)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CE8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r.room_id;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76072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queries in schema.sql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760720" y="1828800"/>
            <a:ext cx="2834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and grades per student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count vs room capacity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 per student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5740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with 8 related tables, foreign keys and sample data.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35204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520440" y="205740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and JavaScript demo page.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194560"/>
          </a:xfrm>
          <a:prstGeom prst="roundRect">
            <a:avLst>
              <a:gd name="adj" fmla="val 5000"/>
            </a:avLst>
          </a:prstGeom>
          <a:solidFill>
            <a:srgbClr val="EEF3FB"/>
          </a:solidFill>
          <a:ln w="12700">
            <a:solidFill>
              <a:srgbClr val="EEF3F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263640" y="16459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05740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5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and GitHub with README and project files.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2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7863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academic and environment data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design with keys and constraints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scope: login roles, timetable clash check, mobile app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5661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9FC0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2026-09-28T04:57:49Z</dcterms:created>
  <dcterms:modified xsi:type="dcterms:W3CDTF">2026-09-28T04:57:49Z</dcterms:modified>
</cp:coreProperties>
</file>